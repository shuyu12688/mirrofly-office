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8F6F2"/>
        </a:solidFill>
      </p:bgPr>
    </p:bg>
    <p:spTree>
      <p:sp>
        <p:nvSpPr>
          <p:cNvPr id="2" name="Title"/>
          <p:cNvSpPr txBox="1"/>
          <p:nvPr/>
        </p:nvSpPr>
        <p:spPr>
          <a:xfrm>
            <a:off x="457200" y="457200"/>
            <a:ext cx="8229600" cy="1828800"/>
          </a:xfrm>
          <a:prstGeom prst="rect"/>
        </p:spPr>
        <p:txBody>
          <a:bodyPr/>
          <a:lstStyle/>
          <a:p>
            <a:r>
              <a:rPr sz="2400">
                <a:latin typeface="Arial"/>
                <a:ea typeface="Microsoft YaHei"/>
              </a:rPr>
              <a:t>Mirrorfly 课堂预览 🦋</a:t>
            </a:r>
          </a:p>
        </p:txBody>
      </p:sp>
    </p:spTree>
  </p:cSld>
</p:sld>
</file>